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13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4864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2011680" cy="320040"/>
          </a:xfrm>
          <a:prstGeom prst="roundRect">
            <a:avLst>
              <a:gd name="adj" fmla="val 42857"/>
            </a:avLst>
          </a:prstGeom>
          <a:solidFill>
            <a:srgbClr val="1F1F1F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66928" y="566928"/>
            <a:ext cx="109728" cy="109728"/>
          </a:xfrm>
          <a:prstGeom prst="ellipse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502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pour travailler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Yanis Berthaud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Web Front-End / Back-End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097280" cy="36576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en Bachelor Web &amp; Multimédia à My Digital School.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hybride alliant UI/UX et rigueur technique.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5029200" cy="365760"/>
          </a:xfrm>
          <a:prstGeom prst="rect">
            <a:avLst/>
          </a:prstGeom>
          <a:solidFill>
            <a:srgbClr val="1F0E0C"/>
          </a:solidFill>
          <a:ln w="635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Recherche alternance 12 mois — Septembre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berthaudyanis1@gmail.com   |   Orchies, France   |   My Digital School, Lille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731520"/>
            <a:ext cx="2468880" cy="1828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537960" y="960120"/>
            <a:ext cx="1645920" cy="73152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537960" y="1115568"/>
            <a:ext cx="2011680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537960" y="1252728"/>
            <a:ext cx="1371600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537960" y="1389888"/>
            <a:ext cx="914400" cy="73152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537960" y="1527048"/>
            <a:ext cx="1737360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537960" y="1664208"/>
            <a:ext cx="1188720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537960" y="1801368"/>
            <a:ext cx="822960" cy="73152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8595360" y="548640"/>
            <a:ext cx="411480" cy="41148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595360" y="5943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2743200"/>
            <a:ext cx="411480" cy="41148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217920" y="27889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599056C9-A5DC-910E-DB59-83E3B9316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167" y="4198932"/>
            <a:ext cx="1893861" cy="7004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CONTEXTE &amp; OBJECTIF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portfolio 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13716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54864" cy="13716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concrète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portfolio démontre les compétences là où un CV les liste seulement.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14800" cy="13716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54864" cy="13716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492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cible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 aux recruteurs techniques ET non-techniques simultanément.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114800" cy="13716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54864" cy="13716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OnePage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611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l'info accessible en un scroll, sans friction de navigation.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4114800" cy="13716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54864" cy="13716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4924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pro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3611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Vercel : déploiement continu automatique à chaque push.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PRÉSENTATION DU PORTFOLIO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 guidée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en direct sur le navigateur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4114800" cy="82296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disponibilité · Titre · Stack · Boutons CTA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4114800" cy="82296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0060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· Parcours · Stats · Téléchargement CV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114800" cy="82296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1480" y="2880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chronologique avec logos entreprises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114800" cy="82296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00600" y="2880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avec images · Technologies · Liens GitHub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749040"/>
            <a:ext cx="4114800" cy="82296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11480" y="3886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colonnes : Front · Back · Outils · Soft Skills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749040"/>
            <a:ext cx="4114800" cy="82296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00600" y="3886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· Formulaire Formspree · Footer complet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CHOIX TECHNIQUES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96012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54864" cy="96012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8562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surcharge inutile pour un site statique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14800" cy="96012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54864" cy="96012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21808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21808" y="18562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limité au strict nécessaire : menu burger uniquement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4114800" cy="96012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54864" cy="96012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14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 + Devicons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9992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Icônes via CDN, cohérence visuelle maximale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4114800" cy="96012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663440" y="2560320"/>
            <a:ext cx="54864" cy="96012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006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21808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Formspree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21808" y="29992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fonctionnel sans backend ni serveur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4114800" cy="96012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4320" y="3703320"/>
            <a:ext cx="54864" cy="96012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114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2688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41422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du code, historique, bonnes pratiques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4114800" cy="96012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663440" y="3703320"/>
            <a:ext cx="54864" cy="96012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006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21808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21808" y="41422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gratuit + déploiement continu automatique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CHOIX DESIGN &amp; UX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visuelle &amp; Expérience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286000" cy="411480"/>
          </a:xfrm>
          <a:prstGeom prst="rect">
            <a:avLst/>
          </a:prstGeom>
          <a:solidFill>
            <a:srgbClr val="0D0D0D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#0D0D0D — Fond principal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97480" y="1325880"/>
            <a:ext cx="2286000" cy="41148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8892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#E8412A — Couleur d'accentuation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20640" y="1325880"/>
            <a:ext cx="228600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21208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#1A1A1A — Cards &amp; éléments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2743200" cy="118872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2468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fixe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770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accessible en permanence sur tout le site.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1965960"/>
            <a:ext cx="2743200" cy="118872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337560" y="2057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2468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smooth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770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Défilement fluide vers les ancres, expérience soignée.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965960"/>
            <a:ext cx="2743200" cy="118872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263640" y="2057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63640" y="2468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effects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770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visuel sur tous les éléments interactifs.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383280"/>
            <a:ext cx="2743200" cy="118872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11480" y="3474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11480" y="3886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187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raconté visuellement, plus lisible qu'une liste.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3383280"/>
            <a:ext cx="2743200" cy="118872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337560" y="3474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37560" y="3886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colonnes compétences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4187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rapide du profil complet en un coup d'œil.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3383280"/>
            <a:ext cx="2743200" cy="118872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263640" y="3474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63640" y="3886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+ Burger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4187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mobile avec menu burger animé.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AXES D'AMÉLIORATION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 critique sur mon travail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274320" y="1385665"/>
            <a:ext cx="8595360" cy="566928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385665"/>
            <a:ext cx="54864" cy="566928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11480" y="1477105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431385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au scroll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678273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Observer API pour des entrées animées au fur et à mesure du défilement.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261380"/>
            <a:ext cx="8595360" cy="566928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2261380"/>
            <a:ext cx="54864" cy="566928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1480" y="23528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3071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(ARIA)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5539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ARIA manquants pour les lecteurs d'écran et les personnes malvoyantes.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01922"/>
            <a:ext cx="8595360" cy="566928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3101922"/>
            <a:ext cx="54864" cy="566928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11480" y="319336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14764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incomplet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39453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meta description ni balises Open Graph pour le partage sur LinkedIn.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942466"/>
            <a:ext cx="8595360" cy="566928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4320" y="3942466"/>
            <a:ext cx="54864" cy="566928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11480" y="403390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398818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images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23507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non optimisées en WebP et pas de lazy loading sur les images hors écran.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CE QUE ÇA M'A APPORTÉ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personnel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13716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54864" cy="13716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💪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consolidées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de vrais problèmes CSS : navbar fixe, responsive, object-fit, ancres décalées...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14800" cy="13716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54864" cy="13716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492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visuelle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couleur, espacement et taille de texte a une raison d'être réfléchie.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114800" cy="13716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54864" cy="13716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professionnel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611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versionné proprement, commits clairs, déploiement Vercel automatique.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4114800" cy="13716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54864" cy="13716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4924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3611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design a évolué plusieurs fois. Capacité à remettre en question et améliorer.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PERSPECTIVES D'ÉVOLUTION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après 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3931920" cy="4572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11480" y="1847088"/>
            <a:ext cx="109728" cy="109728"/>
          </a:xfrm>
          <a:prstGeom prst="ellipse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les filtres projets en JavaScript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3931920" cy="4572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11480" y="2395728"/>
            <a:ext cx="109728" cy="109728"/>
          </a:xfrm>
          <a:prstGeom prst="ellipse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au scroll (Intersection Observer)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3931920" cy="4572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11480" y="2944368"/>
            <a:ext cx="109728" cy="109728"/>
          </a:xfrm>
          <a:prstGeom prst="ellipse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Balises SEO et Open Graph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337560"/>
            <a:ext cx="3931920" cy="4572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11480" y="3493008"/>
            <a:ext cx="109728" cy="109728"/>
          </a:xfrm>
          <a:prstGeom prst="ellipse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images WebP + lazy loading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691640"/>
            <a:ext cx="3931920" cy="4572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983480" y="1847088"/>
            <a:ext cx="109728" cy="109728"/>
          </a:xfrm>
          <a:prstGeom prst="ellipse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16636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Recréer le portfolio en Next.js (SSR + SEO)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240280"/>
            <a:ext cx="3931920" cy="4572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983480" y="2395728"/>
            <a:ext cx="109728" cy="109728"/>
          </a:xfrm>
          <a:prstGeom prst="ellipse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16636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blog technique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788920"/>
            <a:ext cx="3931920" cy="4572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983480" y="2944368"/>
            <a:ext cx="109728" cy="109728"/>
          </a:xfrm>
          <a:prstGeom prst="ellipse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16636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l'accessibilité (ARIA)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337560"/>
            <a:ext cx="3931920" cy="4572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983480" y="3493008"/>
            <a:ext cx="109728" cy="109728"/>
          </a:xfrm>
          <a:prstGeom prst="ellipse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16636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Lighthouse 90+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F0E0C"/>
          </a:solidFill>
          <a:ln w="635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portfolio n'est jamais terminé — il évolue avec moi, mes projets et mes compétences.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1371600" cy="36576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portfolio est à la fois une vitrine et une preuve concrète de ce que je sais faire.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reflète mon profil hybride alliant sensibilité UI/UX et rigueur technique.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vivant, versionné, déployé en continu — et continue d'évoluer.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200400"/>
            <a:ext cx="4114800" cy="36576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54864" cy="36576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32735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—  berthaudyanis1@gmail.com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639312"/>
            <a:ext cx="4114800" cy="36576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3639312"/>
            <a:ext cx="54864" cy="36576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37124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 —  06.62.01.26.63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4078224"/>
            <a:ext cx="4114800" cy="36576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65760" y="4078224"/>
            <a:ext cx="54864" cy="36576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41513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 —  Orchies, France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517136"/>
            <a:ext cx="4114800" cy="36576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4517136"/>
            <a:ext cx="54864" cy="36576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4590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 —  Septembre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097280"/>
            <a:ext cx="2560320" cy="3474720"/>
          </a:xfrm>
          <a:prstGeom prst="rect">
            <a:avLst/>
          </a:prstGeom>
          <a:solidFill>
            <a:srgbClr val="E8412A"/>
          </a:solidFill>
          <a:ln w="1270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Yanis Berthaud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Web Full Stack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53691" y="4662033"/>
            <a:ext cx="3200400" cy="347472"/>
          </a:xfrm>
          <a:prstGeom prst="rect">
            <a:avLst/>
          </a:prstGeom>
          <a:solidFill>
            <a:srgbClr val="1F0E0C"/>
          </a:solidFill>
          <a:ln w="6350">
            <a:solidFill>
              <a:srgbClr val="E841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761918" y="46965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4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disponible pour répondre à vos questions.</a:t>
            </a:r>
            <a:endParaRPr lang="en-US" sz="10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43B453A9-E646-BA11-DFD8-F3C663C5E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794" y="1551948"/>
            <a:ext cx="2223006" cy="15751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692</Words>
  <Application>Microsoft Office PowerPoint</Application>
  <PresentationFormat>Affichage à l'écran (16:9)</PresentationFormat>
  <Paragraphs>149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Yanis Berthaud</dc:title>
  <dc:subject>PptxGenJS Presentation</dc:subject>
  <dc:creator>PptxGenJS</dc:creator>
  <cp:lastModifiedBy>Yanis Berthaud</cp:lastModifiedBy>
  <cp:revision>3</cp:revision>
  <dcterms:created xsi:type="dcterms:W3CDTF">2026-04-30T08:05:05Z</dcterms:created>
  <dcterms:modified xsi:type="dcterms:W3CDTF">2026-04-30T13:36:16Z</dcterms:modified>
</cp:coreProperties>
</file>